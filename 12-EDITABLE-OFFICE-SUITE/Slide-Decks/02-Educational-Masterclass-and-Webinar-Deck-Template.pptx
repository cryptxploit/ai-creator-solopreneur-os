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masterclass by contrasting the 35-hour Algorithmic Treadmill with the 4-hour Operator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attendees open their fillable workbook or offline web app right at Slide 2 to drive active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Marcus Vance's 38.5-hour / $7.86 RPPH baseline so attendees recognize their own calendar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module in the Creator OS is engineered specifically to eliminate one of these three structural traps.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RPPH grows from both sides of the fraction: cutting hours in the denominator while multiplying revenue per view in the numerator.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Devon Brooks (8.8x view lift) and Sadia Rahman (2.6x CTR lift) transformed reach using Stage 1 and Stage 2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separating writing (Tuesday Block 2) from filming (Wednesday Block 3) eliminates context-switching fatigue.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a channel with just 10,000 monthly views can generate $15,000+/month when Blended RPM hits $150–$300.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five case studies to prove that neither a 100K audience nor a 40-hour workweek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attendees to download the Tier 0 Free Audit Starter Kit or upgrade directly to the Tier 3 Flagship Bundle ($49).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01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5-Stage Content-to-Cash Operating System Masterclass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How Solo Creators Build $15K–$25K/Mo Media &amp; Product Engines in Under 6 Hours/Week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TARGET RPPH FLOOR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$150 – $250+/Hr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Up From $8.75/Hr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WEEKLY SPRINT CAP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&lt;= 4.0 Hours/Wk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Mon–Thu Batch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OMNICHANNEL YIELD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 Pillar -&gt; 15 Assets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+ 4-Tier Product Value Ladder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Who This Masterclass Is Engineered For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Content creators, technical educators, consultants, and solo founders tired of 35-hour workweeks.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Operators with 1,000 to 50,000 subscribers who want predictable product and sponsor revenue.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Builders who prefer quantitative equations, templates, and stage gates over vague motivation.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What You Will Install in the Next 45 Minutes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The exact RPPH Audit formula to identify and prune your top 3 weekly time-leaks.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The S.I.G.N.A.L. Outlier Multiplier (M &gt;= 2.5x) and C.L.I.P. 30-second hook architecture.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The 1-to-15 Waterfall, 45%+ Opt-In Bridge, and 14-Day Validate-Before-You-Build Launch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Open the masterclass by contrasting the 35-hour Algorithmic Treadmill with the 4-hour Operator Sprint.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02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Workshop Agenda &amp; Measurable Operator Outcomes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Five Deterministic Stage Gates From Idea Validation to High-Margin Monetization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PART 1 (MIN 00–12)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Diagnosis &amp; Niche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RPPH Audit + NMPI &gt;= 75/100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PART 2 (MIN 12–28)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Outliers &amp; Waterfall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 &gt;= 2.5x + 1-to-15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PART 3 (MIN 28–45)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Funnel &amp; Revenue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45% Opt-In + 4-Tier Ladder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Core Mathematical Formulas Covered Today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Formula 1: Revenue Per Production Hour (RPPH) &amp; Opportunity Cost of Time Leaks.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Formula 2: Niche Monetization Potential Index (NMPI) &amp; S.I.G.N.A.L. Outlier Multiplier (M).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Formula 3: Effective Retention Index (ERI), 90-Day Subscriber Value (V_sub) &amp; Checkout AOV.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Your Workshop Action Rule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Do not passively watch—open Worksheet 01 or the Offline Web Companion App alongside these slides.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Calculate your baseline RPPH during Slide 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Pick your single highest-priority stage gate bottleneck before the Q&amp;A.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Have attendees open their fillable workbook or offline web app right at Slide 2 to drive active participation.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03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Real-World Friction Point — Why 84% of Creators Burn Out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Empirical Audit of 400+ Independent Creators Working 32+ Hours/Week for Under $9/Hr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AVG WEEKLY HOURS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32.4 Hours/Wk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140+ Hours/Mo Unsystematized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MEDIAN MONTHLY NET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$1,180 / Month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AdSense + Sporadic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ACTUAL HOURLY YIELD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$8.42 / Hour RPPH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Below Minimum Wage After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Anatomy of a 38-Hour Burnout Week (Marcus's Before State)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Monday (6.5h): Scrolling social feeds guessing an unvalidated video topic from scratch.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Tuesday (9.0h): Staring at a blank doc rewriting a script without a Voice DNA profile.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Wednesday–Friday (23.0h): Endless retakes, manual editing, and retyping posts across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Why Working Harder Makes the Treadmill Worse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Doubling upload frequency on unvalidated topics simply doubles your editing burnout.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Relying on $5 AdSense RPM requires 2,000,000 monthly views just to make $10,000/month.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Without an owned email bridge and product ladder, 99% of your audience value leaks away.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Walk through Marcus Vance's 38.5-hour / $7.86 RPPH baseline so attendees recognize their own calendar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04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3 Structural Traps Draining Your Time &amp; Revenue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Isolating the Unvalidated Ideation Tax, Format Rewrite Tax &amp; Rented-Attention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TRAP #1: IDEATION TAX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62% Flop Rate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Filming Unvalidated Topics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TRAP #2: REWRITE TAX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14 Hrs/Wk Lost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Manual Cross-Posting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TRAP #3: FUNNEL LEAK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$0.01 / Viewer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No Owned Email or Product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Trap #1 &amp; Trap #2: Production Inefficiency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Trap #1 (Unvalidated Ideation): Spending 15 hours producing a topic with zero peer outlier proof.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Trap #2 (Format Rewrite Tax): Treating YouTube, LinkedIn, X, Shorts, and Email as five separate writing jobs instead of one 1-to-15 Waterfall.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Trap #3: The Rented-Attention Monetization Leak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Sending 100% of viewers back into the social algorithm instead of capturing 45%+ on an opt-in page.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Pitching low-margin $20 CPM ad reads instead of $2,500+ outcome packages and a $49–$199 digital toolkit.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Every module in the Creator OS is engineered specifically to eliminate one of these three structural traps.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05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Core System Overview — The 5-Stage Content-to-Cash Engine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How Sequential Stage Gates Turn 4 Weekly Batch Hours Into Compounding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STAGES 1 &amp; 2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Validate &amp; Package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NMPI &gt;= 75 | Outlier M &gt;= 2.5x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STAGE 3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Script &amp; Multiply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Voice DNA + 1-to-15 Waterfall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STAGES 4 &amp; 5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Convert &amp; Monetize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45% Opt-In + 4-Tier Ladder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Strict Stage-Gate Enforcement Protocol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No niche is pursued unless its P.A.I.D. NMPI score hits &gt;= 75/100.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No video or essay enters Monday planning unless a peer outlier hit M &gt;= 2.5x.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No script is drafted until the Package-First Title and 3-Word Thumbnail are 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TheRPPH Transformation Equation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Numerator Lift: Combine 4-tier digital products ($68+ AOV) with $2,500+ B2B sponsor packages.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Denominator Compression: Cap weekly production at 4.0 hours via Mon–Thu cognitive batching.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Result: RPPH scales from $8.42/hr to $250–$600+/hr within 90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Emphasize that RPPH grows from both sides of the fraction: cutting hours in the denominator while multiplying revenue per view in the numerator.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06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Pillar #1 — S.I.G.N.A.L. Outlier Validation &amp; C.L.I.P. Hooks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Engineering 7.5%+ CTR and 70%+ 30-Second Hold Rates Before Writing Your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OUTLIER GATE (M)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 &gt;= 2.5x Median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14d Views / 90d Channel Median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30S HOOK GATE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&gt;= 70% Hold Rate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C.L.I.P. 4-Part Opening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EFFECTIVE RETENTION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ERI &gt;= 2.30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CTR × 30s Hold × AVD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The 6-Step S.I.G.N.A.L. Outlier Mining Loop (Chapter 3)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Monitor 25 peer channels in your niche and adjacent categories.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Flag any upload where 14-day views &gt;= 2.5x the channel's 90-day median views.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Extract the curiosity gap, 3-word thumbnail contrast, and top comment friction (Prompts P11–P15).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Package-First &amp; C.L.I.P. First-30-Second Hook (Chapter 4)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Lock Title + 3-Word Thumbnail first.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0:00–0:05 Context Callout -&gt; 0:05–0:12 Loss-Aversion Stakes -&gt; 0:12–0:20 Instant Visual Proof -&gt; 0:20–0:30 Open Loop.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Sadia Rahman lifted CTR from 3.4% to 8.9% and 30s hold from 48% to 74% (ERI 3.55).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Show how Devon Brooks (8.8x view lift) and Sadia Rahman (2.6x CTR lift) transformed reach using Stage 1 and Stage 2 math.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07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Pillar #2 — H.E.A.R.T. Scripting &amp; The 1-to-15 Waterfall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Drafting Authentic Pillar Scripts in 35 Minutes &amp; Extracting 14 Native Derivatives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VOICE DNA PROFILE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5 Parameters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100% Zero-Cliché Human 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PILLAR DRAFTING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35 Minutes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2,000-Word H.E.A.R.T.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WATERFALL OUTPUT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15 Native Assets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5 Shorts + 4 Text + 3 Carousels + 2 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5-Parameter Voice DNA + H.E.A.R.T. Architecture (Chapter 5)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Encode Sentence Variance, Technical Directness, Contrarian Edge, Rhythm, and Banned-Word Filters.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Structure every pillar script around Hook, Evidence, Actionable Steps, Roadblocks, and Transformation.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Insert a visual pattern-interrupt or B-Roll reset every 90 seconds to hold 52%+ AVD.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50-Minute 1-to-15 Waterfall Sprint (Chapters 6–7)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Run Prompts P26–P30 on Tuesday morning against your locked Pillar Script.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Automatically compile 5 vertical Shorts, 4 LinkedIn/X posts, 3 8-slide carousels, and 2 newsletter issues.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Execute inside the 4-Hour Mon–Thu Batch Sprint (60m Plan / 90m Write / 60m Shoot / 30m QA).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Explain why separating writing (Tuesday Block 2) from filming (Wednesday Block 3) eliminates context-switching fatigue.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08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Pillar #3 — Rented-to-Owned Bridge &amp; 4-Tier Monetization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Converting Social Views Into 45%+ Email Opt-Ins, Pre-Sold Products &amp; B2B Deals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OPT-IN PAGE CVR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45% – 58% CVR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5-Minute Utility Lead Magnet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90-DAY SUB VALUE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V_sub &gt;= $3.50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5-Day Welcome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CHECKOUT STACK LIFT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+45% Effective AOV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Order Bump + 1-Click Upsell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The Rented-to-Owned Audience Bridge (Chapter 8)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Replace 'Join my newsletter' with a specific 5-Minute Utility Lead Magnet (calculator, audit sheet, swipe file).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Route new subscribers through a 3-Tag Intent Survey and 5-Day Automated Welcome Sequence (Prompts P36–P40).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Hannah Lindqvist achieved 54.2% landing page opt-in CVR and $4.85 90-day V_sub.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14-Day Product Pre-Sale &amp; Outcome Sponsorships (Chapters 9–10)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Validate every digital product with 15+ paid pre-orders in 14 days before building Module 2.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Add a 35%-take-rate Order Bump and 15%-take-rate 1-Click Upsell to lift AOV by +45%.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Price B2B sponsorships on outcomes + 30%/mo paid-ad whitelisting rights ($2,500–$5,000+ deals).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Point out that a channel with just 10,000 monthly views can generate $15,000+/month when Blended RPM hits $150–$300.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09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Real-World Operator Transformations (Empirical Case Matrix)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Verified Before vs. After Telemetry From Solo Creators Using This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MARCUS VANCE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$7.86 -&gt; $623/Hr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$1,310 -&gt; $14,850/Mo (5.5h/wk)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ELENA ROSTOVA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$7.00 -&gt; $746/Hr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$940 -&gt; $19,400/Mo (NMPI 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CHLOE STERLING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$13.23 -&gt; $1,406/Hr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$1,720 -&gt; $26,800/Mo (10.6K Subs)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Small-to-Mid Channel Monetization Proof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Elena Rostova (8.9K subs): Shifted to clinical AI workflows, reaching $248 Blended RPM and $19,400/mo.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Tariq Mahmoud (7.8K subs): Pre-sold 34 copies of a $99 workflow kit in 14 days ($5,180 at $152.35 AOV).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Chloe Sterling (10.6K subs): Closed $3,400 quarterly B2B sponsor packages with a 75% renewal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Time Compression &amp; Buffer Runway Proof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Liam O'Connor (22.1K subs): Cut pillar scripting from 9.5 hours to 38 minutes while lifting AVD to 56.4%.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Kenji Takahashi (31.0K subs): Compressed a 34-hour grind into a 3.8-hour Mon–Thu sprint with a 4-week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Use these five case studies to prove that neither a 100K audience nor a 40-hour workweek is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02 · MASTERCLASS &amp; WEBINAR DECK  ·  SLIDE 10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30-Day Implementation Roadmap &amp; Complete Flagship OS Access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Your Week-by-Week Installation Plan Starting This Monday at 9:00 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WEEK 1: FOUNDATION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Audit &amp; Niche Lock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Worksheet 01–03 + NMPI &gt;=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WEEK 2: PRODUCTION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Voice DNA &amp; Sprint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1-to-15 Waterfall in 4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WEEKS 3–4: REVENUE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Bridge &amp; Pre-Sale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45% Opt-In + 14-Day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Your 4-Week Operator Installation Sequence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Week 1: Run the 7-Day RPPH Audit, lock your P.A.I.D. Niche Matrix, and mine 30 S.I.G.N.A.L. Outliers.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Week 2: Calibrate your 5-Parameter Voice DNA and execute your first 4-Hour 1-to-15 Batch Sprint.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Weeks 3–4: Launch your 5-Minute Utility Lead Magnet, 5-Day Welcome Sequence, and 14-Day Product Pre-Sale.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Activate the Complete Flagship Creator &amp; Solopreneur OS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Includes the 340-Page Manual, 4 Fillable Workbooks (1,420 fields), and 12-Page Visual Shortcut Atlas.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Full Pro Offline Web Companion App (Key: CREATOR-OS-PRO-2026) + 5-Database Notion Creator OS Kit.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8-Tab Charted Excel Command Center, 7 Editable Word Docs, 3 Slide Decks &amp; 5 Automation Blueprints.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Invite attendees to download the Tier 0 Free Audit Starter Kit or upgrade directly to the Tier 3 Flagship Bundle ($49).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