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is designed as a high-stopping-power LinkedIn/Instagram PDF carousel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exposes the math error behind creator burnout and introduces the RPPH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teaches the S.I.G.N.A.L. Outlier Multiplier formula from Chapter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breaks down the Package-First rule and the 4-part C.L.I.P. hook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shows how Voice DNA + H.E.A.R.T. scripting replaces 9 hours of writing with a 35-minute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visualizes the 1-to-15 Omnichannel Waterfall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explains the Rented-to-Owned Audience Bridge from Chapter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connects digital product unit economics with outcome-priced B2B sponsorships.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gives readers a concrete weekly calendar they can screenshot and pin above their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closes the carousel with a clear dual CTA to the Free Audit Kit or the Complete Flagship Bundle.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03 · LEAD MAGNET &amp; CAROUSEL DECK  ·  SLIDE 01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How to Turn 1 Weekly Script Into 15 Assets &amp; $10K+/Mo in 4 Hours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The 5-Stage Content-to-Cash Operating System Visual Carousel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1/10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WEEKLY TIME CAP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4.0 Hours / Week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Mon–Thu Time-Boxed Sprint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ASSET MULTIPLIER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 Pillar -&gt; 15 Posts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Zero Copy-Paste Fluff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TARGET OPERATOR YIELD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$150 – $500+ / Hr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Owned Funnel + B2B Sponsors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Why Most Creators Burn Out Before Month 6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Working 32+ hours every week guessing topics and manually reformatting posts.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Earning under $9/hour relying on unpredictable algorithm reach and $5 AdSense RPM.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Treating every social platform as a separate daily content treadmill.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Swipe Through This 10-Slide Operator Blueprint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Discover the exact 6-step system used by top solo Creator-Operators.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Every step includes a concrete mathematical formula and pass/fail stage gate.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Grab the free 7-Day Time-Leak &amp; RPPH Audit Kit on Slide 10.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Slide 1 is designed as a high-stopping-power LinkedIn/Instagram PDF carousel cover.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03 · LEAD MAGNET &amp; CAROUSEL DECK  ·  SLIDE 02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Creator Treadmill Math: Why 32 Hours/Week = $8.75 RPPH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Stop Tracking Vanity Views and Calculate Your Revenue Per Production Hour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THE RPPH FORMULA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Net Income / Hours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Monthly Net ÷ (4.33 × Wk Hrs)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TREADMILL BASELINE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$8.42 / Hr Median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Across 400+ Audited Creators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OPERATOR TARGET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&gt;= $200.00 / Hr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Top 5% Solopreneur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Where 32+ Hours Disappear Every Week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6.5 hrs scrolling feeds trying to brainstorm an unvalidated topic.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9.0 hrs staring at a blank page rewriting a script from scratch.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16.5 hrs filming retakes, cutting silence, and retyping posts for 4 platforms.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The 10-Minute Diagnostic Fix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Track every production block for 7 days inside Worksheet 01.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Compute your High-Value Production Ratio (HVPR target &gt;= 70%).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Eliminate or automate every task yielding under $50/hour.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Slide 2 exposes the math error behind creator burnout and introduces the RPPH equation.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03 · LEAD MAGNET &amp; CAROUSEL DECK  ·  SLIDE 03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Step 1 — Validate Demand With the 2.5x Outlier Multiplier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Never Write a Line of Script Until a Topic Passes the S.I.G.N.A.L.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OUTLIER FORMULA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14d Views / Median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Video 14d Views ÷ 90d Median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GREEN-LIGHT GATE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 &gt;= 2.5x Median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Proves Packaging Demand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VIEW VELOCITY LIFT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3.4x – 8.8x Views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Documented Operator Lift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How to Mine Outliers in 20 Minutes Every Monday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Maintain a watchlist of 25 peer channels in your niche.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Spot uploads achieving 2.5x to 10x their channel's normal median views.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Extract the psychological curiosity gap and top unanswered comment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Ethical Angle Transposition (Prompts P11–P15)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Never copy another creator's script or examples.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Apply the proven curiosity structure to your own P.A.I.D. niche framework.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Guarantees audience demand before you invest a single minute filming.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Slide 3 teaches the S.I.G.N.A.L. Outlier Multiplier formula from Chapter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03 · LEAD MAGNET &amp; CAROUSEL DECK  ·  SLIDE 04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Step 2 — Package First: Title + 3-Word Thumbnail + C.L.I.P. Hook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Lock Your Click-Through Rate (&gt;= 7.5%) and 30-Second Hold Rate (&gt;= 70%)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THUMBNAIL RULE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Max 3 Elements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Bold 3-Word Visual Contrast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30S C.L.I.P. GATE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&gt;= 70% Retention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Zero Throat-Clearing Intros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ERI TARGET SCORE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ERI &gt;= 2.30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CTR × 30s Hold × AVD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Enforce the Package-First Rule (Chapter 4)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Design your Title and 3-Word Thumbnail concept BEFORE opening your script doc.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If you cannot summarize the visual curiosity contrast in 3 words, the angle is too fuzzy.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The 30-Second C.L.I.P. Opening Sequence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0:00–0:05 Context Callout: Confirm the title promise in sentence one.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0:05–0:12 Loss-Aversion Stakes: Quantify the cost of the status-quo mistake.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0:12–0:20 Instant Visual Proof + 0:20–0:30 Pattern-Interrupt Open Loop.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Slide 4 breaks down the Package-First rule and the 4-part C.L.I.P. hook timeline.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03 · LEAD MAGNET &amp; CAROUSEL DECK  ·  SLIDE 05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Step 3 — Script With H.E.A.R.T. &amp; 5-Parameter Voice DNA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Draft 2,000-Word Authentic Pillar Scripts in 35 Minutes With 52%+ AVD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VOICE DNA CALIBRATION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5 Linguistic Dials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Bans 30+ Synthetic AI Clichés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PATTERN RESET LOOP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Every 90 Seconds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Visual B-Roll / Diagram Cue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TARGET PILLAR AVD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&gt;= 52.0% Watch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Sustained Mid-Roll Retention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Eliminate Robotic AI Prose Forever (Chapter 5)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Calibrate Sentence Variance, Technical Directness, Contrarian Edge, and Formatting Rhythm.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Feed 3 samples of your real writing alongside Prompts P21–P25.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The 5-Block H.E.A.R.T. Narrative Architecture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H — Hook &amp; Status-Quo Teardown | E — Evidence &amp; Case Study Proof.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A — Actionable 3-Step Framework | R — Roadblock Inoculation | T — Transformation Bridge.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Embed your native Lead Magnet or Sponsor demo right at the 40% mark.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Slide 5 shows how Voice DNA + H.E.A.R.T. scripting replaces 9 hours of writing with a 35-minute block.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03 · LEAD MAGNET &amp; CAROUSEL DECK  ·  SLIDE 06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Step 4 — Execute the 1-to-15 Omnichannel Repurposing Waterfall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Turn 1 Tuesday Pillar Script Into 15 Platform-Native Assets in 50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PILLAR ANCHOR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 Master Script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YouTube / Podcast / Essay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SHORT-FORM &amp; SOCIAL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5 Shorts + 7 Posts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Reels, LinkedIn, X &amp; Carousels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OWNED NEWSLETTER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2 Email Issues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Tuesday Value + Friday Offer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Stop Cross-Posting Identical Links (Chapter 6)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Algorithms penalize lazy copy-paste links; every platform requires native formatting.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Use Prompts P26–P30 to transpose your Pillar Script into 14 native derivatives in one sitting.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The Complete 15-Asset Weekly Breakdown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1 Long-Form Pillar Video/Essay + 5 Vertical 60s Shorts/Reels.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4 LinkedIn Authority Posts &amp; X Threads + 3 Visual 8-Slide PDF Carousels.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2 Owned Email Newsletter Issues driving readers to your product ladder.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Slide 6 visualizes the 1-to-15 Omnichannel Waterfall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03 · LEAD MAGNET &amp; CAROUSEL DECK  ·  SLIDE 07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Step 5 — Capture Owned Emails With a 5-Minute Utility Lead Magnet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Convert 45%+ of Landing Page Visitors and $3.50+ Per Subscriber in 90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OPT-IN PAGE CVR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45% – 58% Target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Single-Promise Wireframe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WELCOME SEQUENCE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5 Automated Emails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&gt;= 2.5% Core Offer Conversion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90-DAY SUB VALUE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V_sub &gt;= $3.50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Owned Audience Insurance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Kill the Generic 'Join My Newsletter' Box (Chapter 8)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Nobody wakes up wanting more inbox clutter; they want an immediate 5-minute tool.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Offer a concrete calculator, checklist, Notion template, or 7-day audit 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The 3-Tag Router &amp; 5-Day Welcome Bridge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Tag every new subscriber by Pain Point and Revenue Stage on thank-you page.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Deliver a 5-email automated sequence (Prompts P36–P40) that builds trust and pitches Tier 1/2.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Slide 7 explains the Rented-to-Owned Audience Bridge from Chapter 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03 · LEAD MAGNET &amp; CAROUSEL DECK  ·  SLIDE 08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Step 6 — Monetize via the 4-Tier Value Ladder &amp; Outcome Sponsors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Pre-Sell Digital Products in 14 Days (+45% AOV) &amp; Close $2,500+ Brand Deals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PRE-SALE GATE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&gt;= 15 Paid Orders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14-Day Validation Before Building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CHECKOUT STACK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+45% AOV Lift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35% Bump + 15% 1-Click Upsell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SPONSOR PACKAGE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$2,500 – $5,000+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+30%/Mo Ad Whitelisting Fee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The 4-Tier Digital Product Value Ladder (Chapter 9)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Tier 0 Free Kit -&gt; Tier 1/2 Impulse Workbook ($24–$49) -&gt; Tier 3 Flagship OS ($49–$199) -&gt; Tier 4 Vault.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Never build a full product until you collect at least 15 paid pre-orders in a 14-day sprint.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Outcome-Based B2B Sponsorships (Chapter 10)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Bundle 1 Pillar Demo + 2 Newsletters + LinkedIn + 30–90 days of Paid-Ad Whitelisting rights.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Enables channels with under 15,000 subscribers to command $2,500 to $5,000+ per package.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Slide 8 connects digital product unit economics with outcome-priced B2B sponsorships.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03 · LEAD MAGNET &amp; CAROUSEL DECK  ·  SLIDE 09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4-Hour Weekly Batch Production Sprint Schedule (Mon–Thu)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Eliminate Context Switching by Separating Cognitive Modes Across 4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MON BLOCK 1 (60M)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Validate &amp; Package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Outlier M &gt;= 2.5x + Thumbnail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TUE BLOCK 2 (90M)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Script &amp; Waterfall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H.E.A.R.T. + 14 Derivatives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WED/THU (90M)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Shoot &amp; 12-Pt QA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60m A-Roll + 30m Scheduling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Monday &amp; Tuesday: Strategy &amp; Writing Blocks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Monday (60 min): Mine S.I.G.N.A.L. outliers, lock Title + 3-Word Thumbnail, and script 30s C.L.I.P. hook.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Tuesday (90 min): Draft 2,000-word Pillar Script (35m) and extract all 14 derivative assets (55m).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Wednesday, Thursday &amp; Friday CEO Cadence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Wednesday (60 min): Batch-record Teleprompter A-Roll and screen-share demos in one take.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Thursday (30 min): Run the 12-Point Pre-Flight QA Gate and schedule all 15 assets.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Friday (20 min): Run the Creator CEO Scorecard, audit RPPH, and send 5 outbound sponsor pitches.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Slide 9 gives readers a concrete weekly calendar they can screenshot and pin above their desk.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DECK 03 · LEAD MAGNET &amp; CAROUSEL DECK  ·  SLIDE 10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Download the Free 7-Day Creator Time-Leak &amp; RPPH Audit Kit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Calculate Your Baseline RPPH in 10 Minutes &amp; Install the Complete Operating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The AI Content Creator &amp; Solopreneur Operating System  |  Apex Digital Systems Studio  |  Page 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TIER 0 FREE KIT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$0 Instant Access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Ch 1 PDF + Fillable Workbook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OFFLINE WEB APP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6 Calculators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+ 62-Item Prompt &amp; Script Vault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53312"/>
            <a:ext cx="3639312" cy="1170432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FLAGSHIP BUNDLE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$49 Complete OS</a:t>
            </a:r>
          </a:p>
          <a:p>
            <a:pPr>
              <a:defRPr sz="950">
                <a:solidFill>
                  <a:srgbClr val="0D9488"/>
                </a:solidFill>
              </a:defRPr>
            </a:pPr>
            <a:r>
              <a:t>Book + Notion + Excel + Office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What You Get Free in the Tier 0 Starter Kit ($0)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Complete 9,704-word Chapter 1 Manual + 48-Field Fillable Worksheet 01 PDF.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100% Offline SaaS-Lite Web Companion App (Module 1 RPPH Simulator + Prompts P01–P05).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25-Row Creator RPM &amp; Time-Leak Audit Spreadsheet + Master Ecosystem Poster.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70048"/>
            <a:ext cx="553212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D9488"/>
                </a:solidFill>
              </a:defRPr>
            </a:pPr>
            <a:r>
              <a:t>Ready for the Full System? Grab the Tier 3 Flagship OS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340-Page Color Book + EPUB 3.0 + All 4 Fillable Workbooks + 12-Page Visual Shortcut Atlas.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▸  Pro Web App Key (CREATOR-OS-PRO-2026) + 5-DB Notion Kit + 8-Tab Excel + 7 Word Docs + 5 Automations.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79008"/>
            <a:ext cx="112772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OPERATOR STAGE GATE &amp; ACTION:  Slide 10 closes the carousel with a clear dual CTA to the Free Audit Kit or the Complete Flagship Bundle.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